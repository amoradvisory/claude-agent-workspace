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Genere automatiquement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[Contenu de 'Introduction']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[Contenu de 'Contenu']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[Contenu de 'Conclusion']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